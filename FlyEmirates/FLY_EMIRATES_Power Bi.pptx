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60" r:id="rId4"/>
    <p:sldId id="264" r:id="rId5"/>
    <p:sldId id="265" r:id="rId6"/>
    <p:sldId id="269" r:id="rId7"/>
    <p:sldId id="262" r:id="rId8"/>
    <p:sldId id="266" r:id="rId9"/>
    <p:sldId id="267" r:id="rId10"/>
    <p:sldId id="270" r:id="rId11"/>
    <p:sldId id="271" r:id="rId12"/>
    <p:sldId id="272" r:id="rId13"/>
    <p:sldId id="273" r:id="rId14"/>
    <p:sldId id="274" r:id="rId15"/>
    <p:sldId id="263" r:id="rId16"/>
    <p:sldId id="268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93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9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8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70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0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6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7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1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644228E-3F64-4651-8159-45A7A220C88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B51EF74-24D1-4018-BF9E-0BB67D028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18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E291-C0E8-903E-BA8D-FCD74691F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FLY_EMIRATES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D88DE-CB17-B96D-C3C0-9D43B8949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IN POWER BI</a:t>
            </a:r>
          </a:p>
        </p:txBody>
      </p:sp>
    </p:spTree>
    <p:extLst>
      <p:ext uri="{BB962C8B-B14F-4D97-AF65-F5344CB8AC3E}">
        <p14:creationId xmlns:p14="http://schemas.microsoft.com/office/powerpoint/2010/main" val="5572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4ED2C-C925-89AB-0515-8E764C82C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23" y="165417"/>
            <a:ext cx="11708207" cy="669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4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35B68-C30F-92B1-1008-84B6CEAF2FDD}"/>
              </a:ext>
            </a:extLst>
          </p:cNvPr>
          <p:cNvSpPr txBox="1"/>
          <p:nvPr/>
        </p:nvSpPr>
        <p:spPr>
          <a:xfrm>
            <a:off x="284813" y="284813"/>
            <a:ext cx="1047812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Main Insights: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Title: Avg Arrival Delay and Avg Departure Delay by AIRLINE_NAME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Bar Chart:</a:t>
            </a:r>
          </a:p>
          <a:p>
            <a:pPr>
              <a:buNone/>
            </a:pPr>
            <a:br>
              <a:rPr lang="en-US" sz="2000" dirty="0"/>
            </a:br>
            <a:r>
              <a:rPr lang="en-US" sz="2000" dirty="0"/>
              <a:t>Compares average arrival and departure delays across various airlines.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Frontier Airlines Inc. and American Eagle Airlines Inc. have the highest average delays.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Alaska Airlines Inc. and Delta Air Lines Inc. show the lowest average delays.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8656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F0179-3B6B-07B0-8CB3-289A6F51067B}"/>
              </a:ext>
            </a:extLst>
          </p:cNvPr>
          <p:cNvSpPr txBox="1"/>
          <p:nvPr/>
        </p:nvSpPr>
        <p:spPr>
          <a:xfrm>
            <a:off x="269823" y="374754"/>
            <a:ext cx="887042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Key Metrics (Right Panel):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Delay Percentage: 0.48% of total flights experienced delays.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Avg Arrival Delay: 1971 (unit not specified but likely in minutes or number of delayed flights).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On-Time Flights Count: 4515 flights were on time.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25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E3A13-1029-B266-EF37-2983AACF7D31}"/>
              </a:ext>
            </a:extLst>
          </p:cNvPr>
          <p:cNvSpPr txBox="1"/>
          <p:nvPr/>
        </p:nvSpPr>
        <p:spPr>
          <a:xfrm>
            <a:off x="314794" y="329784"/>
            <a:ext cx="111376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This slide is part of a flight performance analysis, focusing on delay statistics by airline. It provides both a visual comparison and numeric summary, helping identify which airlines have better or worse performance in terms of punctuality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092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6C3C0-8E26-6DF9-78D2-81820741B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73" y="181408"/>
            <a:ext cx="11613585" cy="63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3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A17EE-D047-47AA-E876-8298B0AD7F22}"/>
              </a:ext>
            </a:extLst>
          </p:cNvPr>
          <p:cNvSpPr txBox="1"/>
          <p:nvPr/>
        </p:nvSpPr>
        <p:spPr>
          <a:xfrm>
            <a:off x="614597" y="434714"/>
            <a:ext cx="1077792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1. Topic: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The dashboard is  to analyze flight delays, likely from U.S. flight data. Specifically, it shows: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Air System Delays by Day.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Airline-wise distribution of data.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A geographic map showing flight origins or delays across different locations (mostly within the U.S.).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3959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2E08E-601D-1FA0-3A29-B5AC9E24E502}"/>
              </a:ext>
            </a:extLst>
          </p:cNvPr>
          <p:cNvSpPr txBox="1"/>
          <p:nvPr/>
        </p:nvSpPr>
        <p:spPr>
          <a:xfrm>
            <a:off x="194872" y="254834"/>
            <a:ext cx="96086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Visuals: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Map Visualization (left):</a:t>
            </a: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Shows global map with concentrated data points in North America (U.S.), possibly representing airports or delay origins.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Area Chart (top right):</a:t>
            </a: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Displays Air System Delays by Day, with a highlighted count of 58 delays.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Filter Pane (bottom right):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Allows filtering by airlines (e.g., AA, DL, UA, etc.).</a:t>
            </a:r>
          </a:p>
        </p:txBody>
      </p:sp>
    </p:spTree>
    <p:extLst>
      <p:ext uri="{BB962C8B-B14F-4D97-AF65-F5344CB8AC3E}">
        <p14:creationId xmlns:p14="http://schemas.microsoft.com/office/powerpoint/2010/main" val="145664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7CC366-B381-7F58-0BA1-C0EEAD14A13A}"/>
              </a:ext>
            </a:extLst>
          </p:cNvPr>
          <p:cNvSpPr txBox="1"/>
          <p:nvPr/>
        </p:nvSpPr>
        <p:spPr>
          <a:xfrm>
            <a:off x="389745" y="449706"/>
            <a:ext cx="86155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3.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Insight: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dashboard helps analyze flight delays, likely used for reporting or investigation. For example, it can help identify: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Trends in system delays over time.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Geographical regions most affected.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Airlines with frequent delays.</a:t>
            </a:r>
          </a:p>
        </p:txBody>
      </p:sp>
    </p:spTree>
    <p:extLst>
      <p:ext uri="{BB962C8B-B14F-4D97-AF65-F5344CB8AC3E}">
        <p14:creationId xmlns:p14="http://schemas.microsoft.com/office/powerpoint/2010/main" val="1450672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3DAFA-89E1-5178-7B53-C65488B34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81" y="216720"/>
            <a:ext cx="11633638" cy="683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2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BC46A-0FAB-D349-AD61-B51E8B36C982}"/>
              </a:ext>
            </a:extLst>
          </p:cNvPr>
          <p:cNvSpPr txBox="1"/>
          <p:nvPr/>
        </p:nvSpPr>
        <p:spPr>
          <a:xfrm>
            <a:off x="377252" y="329784"/>
            <a:ext cx="11437495" cy="987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sz="2000" dirty="0"/>
              <a:t>Key Metrics (Top Row Cards):</a:t>
            </a:r>
          </a:p>
          <a:p>
            <a:endParaRPr lang="en-US" sz="2000" dirty="0"/>
          </a:p>
          <a:p>
            <a:r>
              <a:rPr lang="en-US" sz="2000" dirty="0"/>
              <a:t>1. Sum of AIR_TIME: 113M</a:t>
            </a:r>
          </a:p>
          <a:p>
            <a:endParaRPr lang="en-US" sz="2000" dirty="0"/>
          </a:p>
          <a:p>
            <a:r>
              <a:rPr lang="en-US" sz="2000" dirty="0"/>
              <a:t>Total air travel time across all recorded flights</a:t>
            </a:r>
          </a:p>
          <a:p>
            <a:endParaRPr lang="en-US" sz="2000" dirty="0"/>
          </a:p>
          <a:p>
            <a:r>
              <a:rPr lang="en-US" sz="2000" dirty="0"/>
              <a:t>2. Count of DIVERTED: 1.05M</a:t>
            </a:r>
          </a:p>
          <a:p>
            <a:br>
              <a:rPr lang="en-US" sz="2000" dirty="0"/>
            </a:br>
            <a:r>
              <a:rPr lang="en-US" sz="2000" dirty="0"/>
              <a:t>Number of flights that were diverted from their planned route or destination</a:t>
            </a:r>
          </a:p>
          <a:p>
            <a:endParaRPr lang="en-US" sz="2000" dirty="0"/>
          </a:p>
          <a:p>
            <a:r>
              <a:rPr lang="en-US" sz="2000" dirty="0"/>
              <a:t>3. Sum of DISTANCE: 842M</a:t>
            </a:r>
          </a:p>
          <a:p>
            <a:br>
              <a:rPr lang="en-US" sz="2000" dirty="0"/>
            </a:br>
            <a:r>
              <a:rPr lang="en-US" sz="2000" dirty="0"/>
              <a:t>Total distance covered by all flights.</a:t>
            </a:r>
          </a:p>
          <a:p>
            <a:br>
              <a:rPr lang="en-US" sz="2000" dirty="0"/>
            </a:b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.</a:t>
            </a:r>
          </a:p>
          <a:p>
            <a:br>
              <a:rPr lang="en-US" sz="2000" dirty="0"/>
            </a:br>
            <a:endParaRPr lang="en-US" sz="2000" dirty="0"/>
          </a:p>
          <a:p>
            <a:br>
              <a:rPr lang="en-US" sz="2000" dirty="0"/>
            </a:b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34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3E6599-4275-BA2D-AB8F-3E2A3ADCD68B}"/>
              </a:ext>
            </a:extLst>
          </p:cNvPr>
          <p:cNvSpPr txBox="1"/>
          <p:nvPr/>
        </p:nvSpPr>
        <p:spPr>
          <a:xfrm>
            <a:off x="404734" y="404734"/>
            <a:ext cx="873551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Visuals and Insights: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Line Chart (Bottom Left):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Avg Arrival Delay vs Avg Departure Delay by Airline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Compares average delay times for both arrivals and departures across different airlines.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Useful for identifying poorly performing airlines in terms of punctuality.</a:t>
            </a:r>
          </a:p>
          <a:p>
            <a:pPr algn="l">
              <a:buNone/>
            </a:pPr>
            <a:b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Trend shows which airlines are more delay-prone.</a:t>
            </a:r>
          </a:p>
        </p:txBody>
      </p:sp>
    </p:spTree>
    <p:extLst>
      <p:ext uri="{BB962C8B-B14F-4D97-AF65-F5344CB8AC3E}">
        <p14:creationId xmlns:p14="http://schemas.microsoft.com/office/powerpoint/2010/main" val="4031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61E6E-C0B1-2BAE-B11A-FF131147B50D}"/>
              </a:ext>
            </a:extLst>
          </p:cNvPr>
          <p:cNvSpPr txBox="1"/>
          <p:nvPr/>
        </p:nvSpPr>
        <p:spPr>
          <a:xfrm>
            <a:off x="329784" y="374754"/>
            <a:ext cx="1107773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2. Tree Map (Bottom Right):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Count of CANCELLATION_REASON by AIRLINE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Color-coded block chart showing how many cancellations happened and which airline had which reason for cancellations.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Each colored box represents an airline; size of the box = number of cancellations.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Helps in root cause analysis (e.g., mechanical, weather, crew issues).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15EC09-2207-786B-069D-C07A844C97FC}"/>
              </a:ext>
            </a:extLst>
          </p:cNvPr>
          <p:cNvSpPr txBox="1"/>
          <p:nvPr/>
        </p:nvSpPr>
        <p:spPr>
          <a:xfrm>
            <a:off x="269822" y="329784"/>
            <a:ext cx="1050810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 Overall Insight: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This dashboard provides a comprehensive overview of flight reliability and delays: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Measures key performance indicators like time, distance, and diversions.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Highlights airline-specific issues in delays and cancellations.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Useful for airline performance review, operational planning, or regulatory reporting.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4430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A47B6C-E287-C37A-E593-3FC47E415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84" y="134911"/>
            <a:ext cx="11572406" cy="647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7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98DE1-79B4-7F87-566B-46E64EFAE10B}"/>
              </a:ext>
            </a:extLst>
          </p:cNvPr>
          <p:cNvSpPr txBox="1"/>
          <p:nvPr/>
        </p:nvSpPr>
        <p:spPr>
          <a:xfrm>
            <a:off x="224852" y="434714"/>
            <a:ext cx="10807908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Top Left Chart: Bar Chart - Count of Taxi-Out Time by Airline Name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Shows how long different airlines take for taxi-out (the time from gate departure to wheels-off).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One airline has significantly higher taxi-out durations, possibly indicating inefficiencies or airport congestion.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74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07896-6757-F572-A142-C5ED5BE6901A}"/>
              </a:ext>
            </a:extLst>
          </p:cNvPr>
          <p:cNvSpPr txBox="1"/>
          <p:nvPr/>
        </p:nvSpPr>
        <p:spPr>
          <a:xfrm>
            <a:off x="329784" y="374754"/>
            <a:ext cx="115274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Top Right Chart: Area Chart - Min of Scheduled Departure &amp; Arrival by Destination Airport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Compares scheduled departure and arrival times across various destination airports.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The area under the curve shows consistency or variability in flight schedules over different airports.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37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9EBB20-ED94-7FAA-D8DE-EB7A7BF94979}"/>
              </a:ext>
            </a:extLst>
          </p:cNvPr>
          <p:cNvSpPr txBox="1"/>
          <p:nvPr/>
        </p:nvSpPr>
        <p:spPr>
          <a:xfrm>
            <a:off x="554636" y="524656"/>
            <a:ext cx="99984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r>
              <a:rPr lang="en-US" sz="2000" dirty="0"/>
              <a:t>Bottom Left Chart: Scatter Plot - Scheduled Departure vs Scheduled Arrival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Depicts correlation between scheduled departure and arrival times.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A strong linear pattern suggests consistent flight durations with minimal deviation.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956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F71F2-7027-FDA8-046F-64EDB98FB01B}"/>
              </a:ext>
            </a:extLst>
          </p:cNvPr>
          <p:cNvSpPr txBox="1"/>
          <p:nvPr/>
        </p:nvSpPr>
        <p:spPr>
          <a:xfrm>
            <a:off x="329784" y="314793"/>
            <a:ext cx="1104775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Bottom Right Chart: Donut Chart - Delay Reasons (Late Aircraft &amp; First Origin) by Destination State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Visualizes delay distribution by cause and destination state.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“Late Aircraft” appears to be a significant contributor to delays.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dirty="0"/>
              <a:t>Helps identify states frequently affected by specific delay causes.</a:t>
            </a:r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437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75</TotalTime>
  <Words>796</Words>
  <Application>Microsoft Office PowerPoint</Application>
  <PresentationFormat>Widescreen</PresentationFormat>
  <Paragraphs>143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Basis</vt:lpstr>
      <vt:lpstr>FLY_EMIRATES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kamini Chandra</dc:creator>
  <cp:lastModifiedBy>kamini Chandra</cp:lastModifiedBy>
  <cp:revision>1</cp:revision>
  <dcterms:created xsi:type="dcterms:W3CDTF">2025-07-30T15:47:30Z</dcterms:created>
  <dcterms:modified xsi:type="dcterms:W3CDTF">2025-07-30T17:02:34Z</dcterms:modified>
</cp:coreProperties>
</file>