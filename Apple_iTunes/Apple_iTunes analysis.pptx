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AF89-A9EF-B6C9-F367-45C1AE4C4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C1AEC-79AF-02DF-83A0-DC26147B6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DFA4A-F149-19CA-FF5F-9818434D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6E726-60B0-3967-A103-F9D6C16D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A4077-995D-4DD2-D1C9-C2BB7962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9393-7CD4-A562-39EA-001B9B4A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8502A-AC25-89D3-59CE-8C490AD8C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F5E13-96FE-3321-13A2-12FE63ED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4E2C5-A2A9-B90C-C612-FA4E379DE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083BB-076A-8DB5-381B-67B56633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1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C8CC-5468-4735-DE7B-71FA2F74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23724-3DC3-932D-51EF-0754312D6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162EF-FCC0-D26F-5064-CC0FF7BD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52BAA-0BD3-A352-4F19-00A841E7E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5733C-739F-D517-6192-59C00780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07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C5EF-72D1-890F-2531-779B8D3F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DF947-F830-6362-5591-B44E0733D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BBB45-2F61-8A54-C69D-8596A614D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5E7D1-EF47-C0F3-A159-962D2932B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9BD28-B162-1547-0382-7ACDB27E3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3B212-A6EE-AAEA-26AB-EECD6BBA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15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1AEF-9C8C-E71B-0E73-7FF2373A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559CC-0A01-2DA7-C3C7-6070ED48E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29957-8A5B-06F5-088D-0DB300C15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4DF61-0004-9838-2619-867BC5568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90B55-856C-44CE-68A1-626E462EA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EA1AE6-72C9-5B57-92E0-5AFABA440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5E680-B543-73B2-EF8C-F72EED945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04701-3CA8-5227-BA42-F29B7661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41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C5EB-3C38-0AC9-A8DA-CC062E775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14F0D-F7DB-B89D-F6A9-F6D7BE1EC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3ECB6-1C83-2B17-D0E2-38FC8AC8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74C15-BCDF-A5C1-EA40-4A0A7E23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5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E6E8C-E7EC-1736-5A86-9C7D93E2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10771-83C9-4A4E-E9CD-1B5B126D1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75F50-22EF-318F-7DEA-F55212279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7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E7A5-C200-34A5-9CBD-EC3E7548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5897-CE3F-5B43-F278-C2C86D21D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841C-8C05-0062-BAD3-57C09530C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F48EE-D632-6807-27BC-8F91EEDF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5A29F-8761-ED5D-FEBD-CF0A3D2B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F1D57-0AFB-8702-2EB1-D7F80C0F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03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CEEF-665B-88D2-22AE-2F43F35B9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51B645-8A8B-E371-0E01-F578CEE8E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F56CB-CA74-25EF-49D7-59C880CCF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E2206-1C76-093D-176D-EC788E7F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B1CB6-19AE-D970-A723-B4CC3F947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945D3-FD34-8C5E-F5CB-66A81095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7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B9BA-FE77-44FE-7B46-8EE32731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05F1E-B56C-9954-D901-EFE743DB6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DB879-320E-BEB1-7E6D-F20CF7A2B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CDC35-C357-D499-536C-C87F0CF8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C2226-0EB3-1044-0AE1-721FA1A6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25E786-F3FC-E6F5-208C-C66C2A561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93C98B-874E-DAB2-C8A4-772422E5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4AD2A-3910-557F-C987-21370AE4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CE1EC-DF56-A5B3-C018-BE13298E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BFB96-ACEC-C7DF-F597-673418F8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B1EE-B465-B4FC-8390-610958112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6E265-AF04-67BF-AEF8-DB8D7E55D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68FF-EAB9-E11F-3039-87410F288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D5DA5-5BDA-40BE-82AA-CDE9825869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868C4-84B0-6550-C86D-3F2394379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2B3B1-50F0-4778-AB06-AAF08CBB2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9D070-83DF-42CC-937D-9F2B6480D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6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E233-D37F-D2DA-475F-A4B23DC31F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Apple_iTunes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67BA6-7266-046F-BD0E-A0F4BD1DF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8446" y="3602038"/>
            <a:ext cx="6835515" cy="685149"/>
          </a:xfrm>
        </p:spPr>
        <p:txBody>
          <a:bodyPr/>
          <a:lstStyle/>
          <a:p>
            <a:r>
              <a:rPr lang="en-US" dirty="0"/>
              <a:t>Analysis in Microsoft SQL and POWER BI</a:t>
            </a:r>
          </a:p>
        </p:txBody>
      </p:sp>
    </p:spTree>
    <p:extLst>
      <p:ext uri="{BB962C8B-B14F-4D97-AF65-F5344CB8AC3E}">
        <p14:creationId xmlns:p14="http://schemas.microsoft.com/office/powerpoint/2010/main" val="1274708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3CC7C2-270A-6815-0B85-0B62BC4FE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6" y="719527"/>
            <a:ext cx="11262658" cy="539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1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522831-BAF2-620E-7EA0-7E2DA16BD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62" y="734518"/>
            <a:ext cx="10449250" cy="509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6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F8237A-EDF9-F3F2-1CA5-C7FD3CC15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45" y="345683"/>
            <a:ext cx="7664044" cy="542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61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E57F61-79BD-A048-AAB7-C35AD2457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837" y="247218"/>
            <a:ext cx="6312062" cy="661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12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7FC46E-1B38-FEEB-0BED-D4890FB2B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179" y="172622"/>
            <a:ext cx="6890351" cy="616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EE28FE-7B43-8845-746F-9201A33E3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504" y="45746"/>
            <a:ext cx="6163468" cy="6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0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0F8B1-5482-5DC6-C2EF-873FB5DD9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175" y="133748"/>
            <a:ext cx="4333407" cy="672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48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59FD61-7F87-5324-BED5-ED5130A76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112" y="10436"/>
            <a:ext cx="6325497" cy="684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38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0EC88-AF39-ABD9-9B11-DDA5B15CD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54" y="379125"/>
            <a:ext cx="7092661" cy="636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62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906397-AA64-24DB-16B9-68B7A53D2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54" y="-4290"/>
            <a:ext cx="8801925" cy="674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44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F80AE-4231-E7A6-E510-F7F39A8F5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93" y="12647"/>
            <a:ext cx="8705790" cy="650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36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13CB6-7EC8-D47E-35A6-CD6A33A8D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39" y="57494"/>
            <a:ext cx="8140165" cy="652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3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AAD685-BBAE-F111-7315-36E6828BA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174" y="172332"/>
            <a:ext cx="9228300" cy="621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43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DEABD2-AAC9-10E5-5794-C36CDCDF4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410" y="347728"/>
            <a:ext cx="10132712" cy="600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96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FDB555-98EC-A0D2-B9D1-5203779D7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43" y="924856"/>
            <a:ext cx="11843047" cy="593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3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C2F9E-3915-F54F-E3F1-E266920CF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4" y="366306"/>
            <a:ext cx="11631244" cy="664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93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A8F08-D3B3-CE7A-9A85-04AEE9A86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54" y="536607"/>
            <a:ext cx="10868618" cy="62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36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F4ECF-68EB-E05E-65D2-49F7A982A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06" y="308788"/>
            <a:ext cx="11154748" cy="647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95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2ACA1-7665-BC4A-3151-BDE1488A6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07" y="491172"/>
            <a:ext cx="10174371" cy="581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53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6EF51A-F4FD-DECF-006D-D2EA46328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2" y="650063"/>
            <a:ext cx="11527075" cy="64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56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</Words>
  <Application>Microsoft Office PowerPoint</Application>
  <PresentationFormat>Widescreen</PresentationFormat>
  <Paragraphs>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Apple_iTunes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kamini Chandra</dc:creator>
  <cp:lastModifiedBy>kamini Chandra</cp:lastModifiedBy>
  <cp:revision>1</cp:revision>
  <dcterms:created xsi:type="dcterms:W3CDTF">2025-07-13T11:33:12Z</dcterms:created>
  <dcterms:modified xsi:type="dcterms:W3CDTF">2025-07-13T12:32:02Z</dcterms:modified>
</cp:coreProperties>
</file>