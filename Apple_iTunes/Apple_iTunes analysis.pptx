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DAF89-A9EF-B6C9-F367-45C1AE4C45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CC1AEC-79AF-02DF-83A0-DC26147B6C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0DFA4A-F149-19CA-FF5F-9818434D8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5DA5-5BDA-40BE-82AA-CDE98258698B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96E726-60B0-3967-A103-F9D6C16D9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9A4077-995D-4DD2-D1C9-C2BB7962B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9D070-83DF-42CC-937D-9F2B6480D2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655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E9393-7CD4-A562-39EA-001B9B4A2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8502A-AC25-89D3-59CE-8C490AD8C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8F5E13-96FE-3321-13A2-12FE63ED0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5DA5-5BDA-40BE-82AA-CDE98258698B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4E2C5-A2A9-B90C-C612-FA4E379DE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5083BB-076A-8DB5-381B-67B566330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9D070-83DF-42CC-937D-9F2B6480D2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0186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7C8CC-5468-4735-DE7B-71FA2F74C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C23724-3DC3-932D-51EF-0754312D6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7162EF-FCC0-D26F-5064-CC0FF7BDE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5DA5-5BDA-40BE-82AA-CDE98258698B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52BAA-0BD3-A352-4F19-00A841E7E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C5733C-739F-D517-6192-59C00780B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9D070-83DF-42CC-937D-9F2B6480D2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007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AC5EF-72D1-890F-2531-779B8D3F2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DF947-F830-6362-5591-B44E0733D2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0BBB45-2F61-8A54-C69D-8596A614D8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55E7D1-EF47-C0F3-A159-962D2932B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5DA5-5BDA-40BE-82AA-CDE98258698B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09BD28-B162-1547-0382-7ACDB27E3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33B212-A6EE-AAEA-26AB-EECD6BBA8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9D070-83DF-42CC-937D-9F2B6480D2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915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1AEF-9C8C-E71B-0E73-7FF2373A7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5559CC-0A01-2DA7-C3C7-6070ED48E9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229957-8A5B-06F5-088D-0DB300C152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24DF61-0004-9838-2619-867BC5568F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1390B55-856C-44CE-68A1-626E462EAE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EA1AE6-72C9-5B57-92E0-5AFABA440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5DA5-5BDA-40BE-82AA-CDE98258698B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55E680-B543-73B2-EF8C-F72EED945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304701-3CA8-5227-BA42-F29B76611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9D070-83DF-42CC-937D-9F2B6480D2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741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5C5EB-3C38-0AC9-A8DA-CC062E775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E14F0D-F7DB-B89D-F6A9-F6D7BE1EC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5DA5-5BDA-40BE-82AA-CDE98258698B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C3ECB6-1C83-2B17-D0E2-38FC8AC85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374C15-BCDF-A5C1-EA40-4A0A7E238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9D070-83DF-42CC-937D-9F2B6480D2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556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E6E8C-E7EC-1736-5A86-9C7D93E2C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5DA5-5BDA-40BE-82AA-CDE98258698B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310771-83C9-4A4E-E9CD-1B5B126D1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775F50-22EF-318F-7DEA-F55212279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9D070-83DF-42CC-937D-9F2B6480D2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579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3E7A5-C200-34A5-9CBD-EC3E7548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45897-CE3F-5B43-F278-C2C86D21D6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04841C-8C05-0062-BAD3-57C09530CA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7F48EE-D632-6807-27BC-8F91EEDF7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5DA5-5BDA-40BE-82AA-CDE98258698B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B5A29F-8761-ED5D-FEBD-CF0A3D2B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F1D57-0AFB-8702-2EB1-D7F80C0FC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9D070-83DF-42CC-937D-9F2B6480D2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403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0CEEF-665B-88D2-22AE-2F43F35B9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51B645-8A8B-E371-0E01-F578CEE8EC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FF56CB-CA74-25EF-49D7-59C880CCF9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5E2206-1C76-093D-176D-EC788E7FD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5DA5-5BDA-40BE-82AA-CDE98258698B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CB1CB6-19AE-D970-A723-B4CC3F947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C945D3-FD34-8C5E-F5CB-66A81095E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9D070-83DF-42CC-937D-9F2B6480D2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8793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6B9BA-FE77-44FE-7B46-8EE32731B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705F1E-B56C-9954-D901-EFE743DB63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4DB879-320E-BEB1-7E6D-F20CF7A2B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5DA5-5BDA-40BE-82AA-CDE98258698B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3CDC35-C357-D499-536C-C87F0CF8E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C2226-0EB3-1044-0AE1-721FA1A64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9D070-83DF-42CC-937D-9F2B6480D2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8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25E786-F3FC-E6F5-208C-C66C2A5610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93C98B-874E-DAB2-C8A4-772422E50B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14AD2A-3910-557F-C987-21370AE4C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5DA5-5BDA-40BE-82AA-CDE98258698B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BCE1EC-DF56-A5B3-C018-BE13298E4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BFB96-ACEC-C7DF-F597-673418F8F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9D070-83DF-42CC-937D-9F2B6480D2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92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4BB1EE-B465-B4FC-8390-610958112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6E265-AF04-67BF-AEF8-DB8D7E55D5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E68FF-EAB9-E11F-3039-87410F2884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6D5DA5-5BDA-40BE-82AA-CDE98258698B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5868C4-84B0-6550-C86D-3F23943799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12B3B1-50F0-4778-AB06-AAF08CBB21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79D070-83DF-42CC-937D-9F2B6480D2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660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EE233-D37F-D2DA-475F-A4B23DC31F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Apple_iTunes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067BA6-7266-046F-BD0E-A0F4BD1DF7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68446" y="3602038"/>
            <a:ext cx="6835515" cy="685149"/>
          </a:xfrm>
        </p:spPr>
        <p:txBody>
          <a:bodyPr/>
          <a:lstStyle/>
          <a:p>
            <a:r>
              <a:rPr lang="en-US" dirty="0"/>
              <a:t>Analysis in Microsoft SQL and POWER BI</a:t>
            </a:r>
          </a:p>
        </p:txBody>
      </p:sp>
    </p:spTree>
    <p:extLst>
      <p:ext uri="{BB962C8B-B14F-4D97-AF65-F5344CB8AC3E}">
        <p14:creationId xmlns:p14="http://schemas.microsoft.com/office/powerpoint/2010/main" val="12747088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13CC7C2-270A-6815-0B85-0B62BC4FE0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06" y="719527"/>
            <a:ext cx="11262658" cy="5396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813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522831-BAF2-620E-7EA0-7E2DA16BD3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862" y="734518"/>
            <a:ext cx="10449250" cy="5090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76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EF8237A-EDF9-F3F2-1CA5-C7FD3CC15E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4145" y="345683"/>
            <a:ext cx="7664044" cy="542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861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E57F61-79BD-A048-AAB7-C35AD24575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8837" y="247218"/>
            <a:ext cx="6312062" cy="6610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912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7FC46E-1B38-FEEB-0BED-D4890FB2BC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179" y="172622"/>
            <a:ext cx="6890351" cy="6168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615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EE28FE-7B43-8845-746F-9201A33E38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8504" y="45746"/>
            <a:ext cx="6163468" cy="6812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8072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F0F8B1-5482-5DC6-C2EF-873FB5DD97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0175" y="133748"/>
            <a:ext cx="4333407" cy="6724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5489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D59FD61-7F87-5324-BED5-ED5130A769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2112" y="10436"/>
            <a:ext cx="6325497" cy="6847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2389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A0EC88-AF39-ABD9-9B11-DDA5B15CD5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4554" y="379125"/>
            <a:ext cx="7092661" cy="6366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062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906397-AA64-24DB-16B9-68B7A53D2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554" y="-4290"/>
            <a:ext cx="8801925" cy="6749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3441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CBF80AE-4231-E7A6-E510-F7F39A8F5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793" y="12647"/>
            <a:ext cx="8705790" cy="6508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0368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F13CB6-7EC8-D47E-35A6-CD6A33A8D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339" y="57494"/>
            <a:ext cx="8140165" cy="652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332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CAAD685-BBAE-F111-7315-36E6828BA5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174" y="172332"/>
            <a:ext cx="9228300" cy="6213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438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CDEABD2-AAC9-10E5-5794-C36CDCDF45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410" y="347728"/>
            <a:ext cx="10132712" cy="6008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4961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CFDB555-98EC-A0D2-B9D1-5203779D7E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843" y="924856"/>
            <a:ext cx="11843047" cy="5933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136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AC2F9E-3915-F54F-E3F1-E266920CF7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4" y="366306"/>
            <a:ext cx="11631244" cy="6644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8939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9A8F08-D3B3-CE7A-9A85-04AEE9A86D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054" y="536607"/>
            <a:ext cx="10868618" cy="624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5367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8F4ECF-68EB-E05E-65D2-49F7A982A7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806" y="308788"/>
            <a:ext cx="11154748" cy="647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1952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F82ACA1-7665-BC4A-3151-BDE1488A61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607" y="491172"/>
            <a:ext cx="10174371" cy="5819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0531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E6EF51A-F4FD-DECF-006D-D2EA463286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62" y="650063"/>
            <a:ext cx="11527075" cy="648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356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11</Words>
  <Application>Microsoft Office PowerPoint</Application>
  <PresentationFormat>Widescreen</PresentationFormat>
  <Paragraphs>2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Apple_iTunes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kamini Chandra</dc:creator>
  <cp:lastModifiedBy>kamini Chandra</cp:lastModifiedBy>
  <cp:revision>1</cp:revision>
  <dcterms:created xsi:type="dcterms:W3CDTF">2025-07-13T11:33:12Z</dcterms:created>
  <dcterms:modified xsi:type="dcterms:W3CDTF">2025-07-13T11:39:56Z</dcterms:modified>
</cp:coreProperties>
</file>